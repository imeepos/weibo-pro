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0" r:id="rId7"/>
    <p:sldId id="261" r:id="rId8"/>
    <p:sldId id="265" r:id="rId9"/>
    <p:sldId id="266" r:id="rId10"/>
    <p:sldId id="267" r:id="rId11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AFB"/>
    <a:srgbClr val="9EA1A7"/>
    <a:srgbClr val="FBFCFC"/>
    <a:srgbClr val="36C496"/>
    <a:srgbClr val="95DDE5"/>
    <a:srgbClr val="357EF6"/>
    <a:srgbClr val="D8E6FD"/>
    <a:srgbClr val="2BC764"/>
    <a:srgbClr val="EF4343"/>
    <a:srgbClr val="7E67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94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>
            <a:solidFill>
              <a:srgbClr val="EBE6FB"/>
            </a:solidFill>
          </c:spPr>
          <c:explosion val="0"/>
          <c:dPt>
            <c:idx val="0"/>
            <c:bubble3D val="0"/>
            <c:spPr>
              <a:solidFill>
                <a:srgbClr val="BDA4F8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D3F4E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8DB6F9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0.111058263971463"/>
                  <c:y val="-0.237481031866464"/>
                </c:manualLayout>
              </c:layout>
              <c:showLegendKey val="1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119143876337693"/>
                  <c:y val="0.0952200303490137"/>
                </c:manualLayout>
              </c:layout>
              <c:showLegendKey val="1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113912009512485"/>
                  <c:y val="-0.121016691957511"/>
                </c:manualLayout>
              </c:layout>
              <c:showLegendKey val="1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showLegendKey val="1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正面</c:v>
                </c:pt>
                <c:pt idx="1">
                  <c:v>负面</c:v>
                </c:pt>
                <c:pt idx="2">
                  <c:v>中性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0.456</c:v>
                </c:pt>
                <c:pt idx="1">
                  <c:v>0.234</c:v>
                </c:pt>
                <c:pt idx="2">
                  <c:v>0.31</c:v>
                </c:pt>
              </c:numCache>
            </c:numRef>
          </c:val>
        </c:ser>
        <c:dLbls>
          <c:showLegendKey val="1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43298969072165"/>
          <c:y val="0.32133676092545"/>
          <c:w val="0.149828178694158"/>
          <c:h val="0.39772309952258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768543956044"/>
          <c:y val="0.285753424657534"/>
          <c:w val="0.790418956043956"/>
          <c:h val="0.5718904109589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>
            <a:solidFill>
              <a:srgbClr val="53AFFF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娱乐</c:v>
                </c:pt>
                <c:pt idx="1">
                  <c:v>政策</c:v>
                </c:pt>
                <c:pt idx="2">
                  <c:v>科技</c:v>
                </c:pt>
                <c:pt idx="3">
                  <c:v>体育</c:v>
                </c:pt>
                <c:pt idx="4">
                  <c:v>社会</c:v>
                </c:pt>
                <c:pt idx="5">
                  <c:v>经济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0.203</c:v>
                </c:pt>
                <c:pt idx="1">
                  <c:v>0.116</c:v>
                </c:pt>
                <c:pt idx="2">
                  <c:v>0.16</c:v>
                </c:pt>
                <c:pt idx="3">
                  <c:v>0.087</c:v>
                </c:pt>
                <c:pt idx="4">
                  <c:v>0.305</c:v>
                </c:pt>
                <c:pt idx="5">
                  <c:v>0.128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61480096"/>
        <c:axId val="343900306"/>
      </c:barChart>
      <c:catAx>
        <c:axId val="6148009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43900306"/>
        <c:crosses val="autoZero"/>
        <c:auto val="1"/>
        <c:lblAlgn val="ctr"/>
        <c:lblOffset val="100"/>
        <c:noMultiLvlLbl val="0"/>
      </c:catAx>
      <c:valAx>
        <c:axId val="34390030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4800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8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openxmlformats.org/officeDocument/2006/relationships/image" Target="../media/image3.png"/><Relationship Id="rId7" Type="http://schemas.openxmlformats.org/officeDocument/2006/relationships/tags" Target="../tags/tag3.xml"/><Relationship Id="rId6" Type="http://schemas.openxmlformats.org/officeDocument/2006/relationships/image" Target="../media/image2.png"/><Relationship Id="rId5" Type="http://schemas.openxmlformats.org/officeDocument/2006/relationships/tags" Target="../tags/tag2.xml"/><Relationship Id="rId47" Type="http://schemas.openxmlformats.org/officeDocument/2006/relationships/notesSlide" Target="../notesSlides/notesSlide1.xml"/><Relationship Id="rId46" Type="http://schemas.openxmlformats.org/officeDocument/2006/relationships/slideLayout" Target="../slideLayouts/slideLayout1.xml"/><Relationship Id="rId45" Type="http://schemas.openxmlformats.org/officeDocument/2006/relationships/tags" Target="../tags/tag30.xml"/><Relationship Id="rId44" Type="http://schemas.openxmlformats.org/officeDocument/2006/relationships/tags" Target="../tags/tag29.xml"/><Relationship Id="rId43" Type="http://schemas.openxmlformats.org/officeDocument/2006/relationships/image" Target="../media/image13.png"/><Relationship Id="rId42" Type="http://schemas.openxmlformats.org/officeDocument/2006/relationships/tags" Target="../tags/tag28.xml"/><Relationship Id="rId41" Type="http://schemas.openxmlformats.org/officeDocument/2006/relationships/image" Target="../media/image12.png"/><Relationship Id="rId40" Type="http://schemas.openxmlformats.org/officeDocument/2006/relationships/tags" Target="../tags/tag27.xml"/><Relationship Id="rId4" Type="http://schemas.openxmlformats.org/officeDocument/2006/relationships/image" Target="../media/image1.png"/><Relationship Id="rId39" Type="http://schemas.openxmlformats.org/officeDocument/2006/relationships/tags" Target="../tags/tag26.xml"/><Relationship Id="rId38" Type="http://schemas.openxmlformats.org/officeDocument/2006/relationships/tags" Target="../tags/tag25.xml"/><Relationship Id="rId37" Type="http://schemas.openxmlformats.org/officeDocument/2006/relationships/tags" Target="../tags/tag24.xml"/><Relationship Id="rId36" Type="http://schemas.openxmlformats.org/officeDocument/2006/relationships/tags" Target="../tags/tag23.xml"/><Relationship Id="rId35" Type="http://schemas.openxmlformats.org/officeDocument/2006/relationships/tags" Target="../tags/tag22.xml"/><Relationship Id="rId34" Type="http://schemas.openxmlformats.org/officeDocument/2006/relationships/tags" Target="../tags/tag21.xml"/><Relationship Id="rId33" Type="http://schemas.openxmlformats.org/officeDocument/2006/relationships/tags" Target="../tags/tag20.xml"/><Relationship Id="rId32" Type="http://schemas.openxmlformats.org/officeDocument/2006/relationships/tags" Target="../tags/tag19.xml"/><Relationship Id="rId31" Type="http://schemas.openxmlformats.org/officeDocument/2006/relationships/tags" Target="../tags/tag18.xml"/><Relationship Id="rId30" Type="http://schemas.openxmlformats.org/officeDocument/2006/relationships/image" Target="../media/image11.png"/><Relationship Id="rId3" Type="http://schemas.openxmlformats.org/officeDocument/2006/relationships/tags" Target="../tags/tag1.xml"/><Relationship Id="rId29" Type="http://schemas.openxmlformats.org/officeDocument/2006/relationships/tags" Target="../tags/tag17.xml"/><Relationship Id="rId28" Type="http://schemas.openxmlformats.org/officeDocument/2006/relationships/tags" Target="../tags/tag16.xml"/><Relationship Id="rId27" Type="http://schemas.openxmlformats.org/officeDocument/2006/relationships/tags" Target="../tags/tag15.xml"/><Relationship Id="rId26" Type="http://schemas.openxmlformats.org/officeDocument/2006/relationships/tags" Target="../tags/tag14.xml"/><Relationship Id="rId25" Type="http://schemas.openxmlformats.org/officeDocument/2006/relationships/image" Target="../media/image10.png"/><Relationship Id="rId24" Type="http://schemas.openxmlformats.org/officeDocument/2006/relationships/tags" Target="../tags/tag13.xml"/><Relationship Id="rId23" Type="http://schemas.openxmlformats.org/officeDocument/2006/relationships/image" Target="../media/image9.png"/><Relationship Id="rId22" Type="http://schemas.openxmlformats.org/officeDocument/2006/relationships/tags" Target="../tags/tag12.xml"/><Relationship Id="rId21" Type="http://schemas.openxmlformats.org/officeDocument/2006/relationships/image" Target="../media/image8.png"/><Relationship Id="rId20" Type="http://schemas.openxmlformats.org/officeDocument/2006/relationships/tags" Target="../tags/tag11.xml"/><Relationship Id="rId2" Type="http://schemas.openxmlformats.org/officeDocument/2006/relationships/chart" Target="../charts/chart2.xml"/><Relationship Id="rId19" Type="http://schemas.openxmlformats.org/officeDocument/2006/relationships/tags" Target="../tags/tag10.xml"/><Relationship Id="rId18" Type="http://schemas.openxmlformats.org/officeDocument/2006/relationships/image" Target="../media/image7.png"/><Relationship Id="rId17" Type="http://schemas.openxmlformats.org/officeDocument/2006/relationships/tags" Target="../tags/tag9.xml"/><Relationship Id="rId16" Type="http://schemas.openxmlformats.org/officeDocument/2006/relationships/image" Target="../media/image6.png"/><Relationship Id="rId15" Type="http://schemas.openxmlformats.org/officeDocument/2006/relationships/tags" Target="../tags/tag8.xml"/><Relationship Id="rId14" Type="http://schemas.openxmlformats.org/officeDocument/2006/relationships/tags" Target="../tags/tag7.xml"/><Relationship Id="rId13" Type="http://schemas.openxmlformats.org/officeDocument/2006/relationships/tags" Target="../tags/tag6.xml"/><Relationship Id="rId12" Type="http://schemas.openxmlformats.org/officeDocument/2006/relationships/image" Target="../media/image5.png"/><Relationship Id="rId11" Type="http://schemas.openxmlformats.org/officeDocument/2006/relationships/tags" Target="../tags/tag5.xml"/><Relationship Id="rId10" Type="http://schemas.openxmlformats.org/officeDocument/2006/relationships/image" Target="../media/image4.png"/><Relationship Id="rId1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7.png"/><Relationship Id="rId7" Type="http://schemas.openxmlformats.org/officeDocument/2006/relationships/tags" Target="../tags/tag34.xml"/><Relationship Id="rId6" Type="http://schemas.openxmlformats.org/officeDocument/2006/relationships/image" Target="../media/image16.png"/><Relationship Id="rId5" Type="http://schemas.openxmlformats.org/officeDocument/2006/relationships/tags" Target="../tags/tag33.xml"/><Relationship Id="rId4" Type="http://schemas.openxmlformats.org/officeDocument/2006/relationships/image" Target="../media/image15.png"/><Relationship Id="rId3" Type="http://schemas.openxmlformats.org/officeDocument/2006/relationships/tags" Target="../tags/tag32.xml"/><Relationship Id="rId2" Type="http://schemas.openxmlformats.org/officeDocument/2006/relationships/image" Target="../media/image14.png"/><Relationship Id="rId10" Type="http://schemas.openxmlformats.org/officeDocument/2006/relationships/notesSlide" Target="../notesSlides/notesSlide2.xml"/><Relationship Id="rId1" Type="http://schemas.openxmlformats.org/officeDocument/2006/relationships/tags" Target="../tags/tag3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image" Target="../media/image19.png"/><Relationship Id="rId5" Type="http://schemas.openxmlformats.org/officeDocument/2006/relationships/tags" Target="../tags/tag37.xml"/><Relationship Id="rId4" Type="http://schemas.openxmlformats.org/officeDocument/2006/relationships/image" Target="../media/image18.png"/><Relationship Id="rId30" Type="http://schemas.openxmlformats.org/officeDocument/2006/relationships/notesSlide" Target="../notesSlides/notesSlide3.xml"/><Relationship Id="rId3" Type="http://schemas.openxmlformats.org/officeDocument/2006/relationships/tags" Target="../tags/tag36.xml"/><Relationship Id="rId29" Type="http://schemas.openxmlformats.org/officeDocument/2006/relationships/slideLayout" Target="../slideLayouts/slideLayout2.xml"/><Relationship Id="rId28" Type="http://schemas.openxmlformats.org/officeDocument/2006/relationships/image" Target="../media/image28.png"/><Relationship Id="rId27" Type="http://schemas.openxmlformats.org/officeDocument/2006/relationships/tags" Target="../tags/tag50.xml"/><Relationship Id="rId26" Type="http://schemas.openxmlformats.org/officeDocument/2006/relationships/image" Target="../media/image27.png"/><Relationship Id="rId25" Type="http://schemas.openxmlformats.org/officeDocument/2006/relationships/tags" Target="../tags/tag49.xml"/><Relationship Id="rId24" Type="http://schemas.openxmlformats.org/officeDocument/2006/relationships/tags" Target="../tags/tag48.xml"/><Relationship Id="rId23" Type="http://schemas.openxmlformats.org/officeDocument/2006/relationships/image" Target="../media/image26.png"/><Relationship Id="rId22" Type="http://schemas.openxmlformats.org/officeDocument/2006/relationships/tags" Target="../tags/tag47.xml"/><Relationship Id="rId21" Type="http://schemas.openxmlformats.org/officeDocument/2006/relationships/tags" Target="../tags/tag46.xml"/><Relationship Id="rId20" Type="http://schemas.openxmlformats.org/officeDocument/2006/relationships/image" Target="../media/image25.png"/><Relationship Id="rId2" Type="http://schemas.openxmlformats.org/officeDocument/2006/relationships/image" Target="../media/image14.png"/><Relationship Id="rId19" Type="http://schemas.openxmlformats.org/officeDocument/2006/relationships/tags" Target="../tags/tag45.xml"/><Relationship Id="rId18" Type="http://schemas.openxmlformats.org/officeDocument/2006/relationships/image" Target="../media/image24.png"/><Relationship Id="rId17" Type="http://schemas.openxmlformats.org/officeDocument/2006/relationships/tags" Target="../tags/tag44.xml"/><Relationship Id="rId16" Type="http://schemas.openxmlformats.org/officeDocument/2006/relationships/image" Target="../media/image23.png"/><Relationship Id="rId15" Type="http://schemas.openxmlformats.org/officeDocument/2006/relationships/tags" Target="../tags/tag43.xml"/><Relationship Id="rId14" Type="http://schemas.openxmlformats.org/officeDocument/2006/relationships/image" Target="../media/image22.png"/><Relationship Id="rId13" Type="http://schemas.openxmlformats.org/officeDocument/2006/relationships/tags" Target="../tags/tag42.xml"/><Relationship Id="rId12" Type="http://schemas.openxmlformats.org/officeDocument/2006/relationships/image" Target="../media/image21.png"/><Relationship Id="rId11" Type="http://schemas.openxmlformats.org/officeDocument/2006/relationships/tags" Target="../tags/tag41.xml"/><Relationship Id="rId10" Type="http://schemas.openxmlformats.org/officeDocument/2006/relationships/image" Target="../media/image20.png"/><Relationship Id="rId1" Type="http://schemas.openxmlformats.org/officeDocument/2006/relationships/tags" Target="../tags/tag3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image" Target="../media/image30.png"/><Relationship Id="rId7" Type="http://schemas.openxmlformats.org/officeDocument/2006/relationships/tags" Target="../tags/tag54.xml"/><Relationship Id="rId6" Type="http://schemas.openxmlformats.org/officeDocument/2006/relationships/image" Target="../media/image29.png"/><Relationship Id="rId5" Type="http://schemas.openxmlformats.org/officeDocument/2006/relationships/tags" Target="../tags/tag53.xml"/><Relationship Id="rId4" Type="http://schemas.openxmlformats.org/officeDocument/2006/relationships/image" Target="../media/image22.png"/><Relationship Id="rId3" Type="http://schemas.openxmlformats.org/officeDocument/2006/relationships/tags" Target="../tags/tag52.xml"/><Relationship Id="rId21" Type="http://schemas.openxmlformats.org/officeDocument/2006/relationships/notesSlide" Target="../notesSlides/notesSlide4.xml"/><Relationship Id="rId20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9" Type="http://schemas.openxmlformats.org/officeDocument/2006/relationships/image" Target="../media/image35.png"/><Relationship Id="rId18" Type="http://schemas.openxmlformats.org/officeDocument/2006/relationships/tags" Target="../tags/tag60.xml"/><Relationship Id="rId17" Type="http://schemas.openxmlformats.org/officeDocument/2006/relationships/image" Target="../media/image34.png"/><Relationship Id="rId16" Type="http://schemas.openxmlformats.org/officeDocument/2006/relationships/tags" Target="../tags/tag59.xml"/><Relationship Id="rId15" Type="http://schemas.openxmlformats.org/officeDocument/2006/relationships/image" Target="../media/image33.png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image" Target="../media/image32.png"/><Relationship Id="rId11" Type="http://schemas.openxmlformats.org/officeDocument/2006/relationships/tags" Target="../tags/tag56.xml"/><Relationship Id="rId10" Type="http://schemas.openxmlformats.org/officeDocument/2006/relationships/image" Target="../media/image31.png"/><Relationship Id="rId1" Type="http://schemas.openxmlformats.org/officeDocument/2006/relationships/tags" Target="../tags/tag5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image" Target="../media/image37.png"/><Relationship Id="rId7" Type="http://schemas.openxmlformats.org/officeDocument/2006/relationships/tags" Target="../tags/tag64.xml"/><Relationship Id="rId6" Type="http://schemas.openxmlformats.org/officeDocument/2006/relationships/image" Target="../media/image36.png"/><Relationship Id="rId5" Type="http://schemas.openxmlformats.org/officeDocument/2006/relationships/tags" Target="../tags/tag63.xml"/><Relationship Id="rId4" Type="http://schemas.openxmlformats.org/officeDocument/2006/relationships/image" Target="../media/image22.png"/><Relationship Id="rId3" Type="http://schemas.openxmlformats.org/officeDocument/2006/relationships/tags" Target="../tags/tag62.xml"/><Relationship Id="rId2" Type="http://schemas.openxmlformats.org/officeDocument/2006/relationships/image" Target="../media/image14.png"/><Relationship Id="rId18" Type="http://schemas.openxmlformats.org/officeDocument/2006/relationships/notesSlide" Target="../notesSlides/notesSlide5.x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41.png"/><Relationship Id="rId15" Type="http://schemas.openxmlformats.org/officeDocument/2006/relationships/tags" Target="../tags/tag68.xml"/><Relationship Id="rId14" Type="http://schemas.openxmlformats.org/officeDocument/2006/relationships/image" Target="../media/image40.png"/><Relationship Id="rId13" Type="http://schemas.openxmlformats.org/officeDocument/2006/relationships/image" Target="../media/image39.png"/><Relationship Id="rId12" Type="http://schemas.openxmlformats.org/officeDocument/2006/relationships/tags" Target="../tags/tag67.xml"/><Relationship Id="rId11" Type="http://schemas.openxmlformats.org/officeDocument/2006/relationships/image" Target="../media/image38.png"/><Relationship Id="rId10" Type="http://schemas.openxmlformats.org/officeDocument/2006/relationships/tags" Target="../tags/tag66.xml"/><Relationship Id="rId1" Type="http://schemas.openxmlformats.org/officeDocument/2006/relationships/tags" Target="../tags/tag6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png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image" Target="../media/image42.png"/><Relationship Id="rId5" Type="http://schemas.openxmlformats.org/officeDocument/2006/relationships/tags" Target="../tags/tag71.xml"/><Relationship Id="rId4" Type="http://schemas.openxmlformats.org/officeDocument/2006/relationships/image" Target="../media/image22.png"/><Relationship Id="rId3" Type="http://schemas.openxmlformats.org/officeDocument/2006/relationships/tags" Target="../tags/tag70.xml"/><Relationship Id="rId20" Type="http://schemas.openxmlformats.org/officeDocument/2006/relationships/notesSlide" Target="../notesSlides/notesSlide6.xml"/><Relationship Id="rId2" Type="http://schemas.openxmlformats.org/officeDocument/2006/relationships/image" Target="../media/image14.png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48.png"/><Relationship Id="rId17" Type="http://schemas.openxmlformats.org/officeDocument/2006/relationships/tags" Target="../tags/tag77.xml"/><Relationship Id="rId16" Type="http://schemas.openxmlformats.org/officeDocument/2006/relationships/image" Target="../media/image47.png"/><Relationship Id="rId15" Type="http://schemas.openxmlformats.org/officeDocument/2006/relationships/tags" Target="../tags/tag76.xml"/><Relationship Id="rId14" Type="http://schemas.openxmlformats.org/officeDocument/2006/relationships/image" Target="../media/image46.png"/><Relationship Id="rId13" Type="http://schemas.openxmlformats.org/officeDocument/2006/relationships/tags" Target="../tags/tag75.xml"/><Relationship Id="rId12" Type="http://schemas.openxmlformats.org/officeDocument/2006/relationships/image" Target="../media/image45.png"/><Relationship Id="rId11" Type="http://schemas.openxmlformats.org/officeDocument/2006/relationships/tags" Target="../tags/tag74.xml"/><Relationship Id="rId10" Type="http://schemas.openxmlformats.org/officeDocument/2006/relationships/image" Target="../media/image44.png"/><Relationship Id="rId1" Type="http://schemas.openxmlformats.org/officeDocument/2006/relationships/tags" Target="../tags/tag6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0.png"/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image" Target="../media/image49.png"/><Relationship Id="rId5" Type="http://schemas.openxmlformats.org/officeDocument/2006/relationships/tags" Target="../tags/tag80.xml"/><Relationship Id="rId4" Type="http://schemas.openxmlformats.org/officeDocument/2006/relationships/image" Target="../media/image22.png"/><Relationship Id="rId3" Type="http://schemas.openxmlformats.org/officeDocument/2006/relationships/tags" Target="../tags/tag79.xml"/><Relationship Id="rId2" Type="http://schemas.openxmlformats.org/officeDocument/2006/relationships/image" Target="../media/image14.png"/><Relationship Id="rId18" Type="http://schemas.openxmlformats.org/officeDocument/2006/relationships/notesSlide" Target="../notesSlides/notesSlide7.x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53.png"/><Relationship Id="rId15" Type="http://schemas.openxmlformats.org/officeDocument/2006/relationships/tags" Target="../tags/tag86.xml"/><Relationship Id="rId14" Type="http://schemas.openxmlformats.org/officeDocument/2006/relationships/image" Target="../media/image52.png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image" Target="../media/image51.png"/><Relationship Id="rId10" Type="http://schemas.openxmlformats.org/officeDocument/2006/relationships/tags" Target="../tags/tag83.xml"/><Relationship Id="rId1" Type="http://schemas.openxmlformats.org/officeDocument/2006/relationships/tags" Target="../tags/tag78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tags" Target="../tags/tag90.xml"/><Relationship Id="rId6" Type="http://schemas.openxmlformats.org/officeDocument/2006/relationships/image" Target="../media/image56.png"/><Relationship Id="rId5" Type="http://schemas.openxmlformats.org/officeDocument/2006/relationships/tags" Target="../tags/tag89.xml"/><Relationship Id="rId4" Type="http://schemas.openxmlformats.org/officeDocument/2006/relationships/image" Target="../media/image55.png"/><Relationship Id="rId3" Type="http://schemas.openxmlformats.org/officeDocument/2006/relationships/tags" Target="../tags/tag88.xml"/><Relationship Id="rId2" Type="http://schemas.openxmlformats.org/officeDocument/2006/relationships/image" Target="../media/image54.png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93.xml"/><Relationship Id="rId1" Type="http://schemas.openxmlformats.org/officeDocument/2006/relationships/tags" Target="../tags/tag8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组合 4"/>
          <p:cNvGrpSpPr/>
          <p:nvPr/>
        </p:nvGrpSpPr>
        <p:grpSpPr>
          <a:xfrm>
            <a:off x="2185670" y="234315"/>
            <a:ext cx="9947910" cy="6536690"/>
            <a:chOff x="309" y="240"/>
            <a:chExt cx="18891" cy="10479"/>
          </a:xfrm>
        </p:grpSpPr>
        <p:pic>
          <p:nvPicPr>
            <p:cNvPr id="4" name="图片 3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rcRect t="10099" r="43517"/>
            <a:stretch>
              <a:fillRect/>
            </a:stretch>
          </p:blipFill>
          <p:spPr>
            <a:xfrm>
              <a:off x="5683" y="1424"/>
              <a:ext cx="8123" cy="5864"/>
            </a:xfrm>
            <a:prstGeom prst="rect">
              <a:avLst/>
            </a:prstGeom>
          </p:spPr>
        </p:pic>
        <p:sp>
          <p:nvSpPr>
            <p:cNvPr id="54" name="矩形 53"/>
            <p:cNvSpPr/>
            <p:nvPr/>
          </p:nvSpPr>
          <p:spPr>
            <a:xfrm>
              <a:off x="309" y="240"/>
              <a:ext cx="5760" cy="3306"/>
            </a:xfrm>
            <a:prstGeom prst="rect">
              <a:avLst/>
            </a:prstGeom>
            <a:solidFill>
              <a:schemeClr val="bg1">
                <a:lumMod val="95000"/>
                <a:alpha val="7000"/>
              </a:schemeClr>
            </a:solidFill>
            <a:ln>
              <a:solidFill>
                <a:schemeClr val="bg1">
                  <a:alpha val="9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53" name="组合 52"/>
            <p:cNvGrpSpPr/>
            <p:nvPr/>
          </p:nvGrpSpPr>
          <p:grpSpPr>
            <a:xfrm>
              <a:off x="605" y="468"/>
              <a:ext cx="4911" cy="2899"/>
              <a:chOff x="605" y="468"/>
              <a:chExt cx="4911" cy="2899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605" y="1125"/>
                <a:ext cx="4911" cy="2242"/>
                <a:chOff x="930" y="1227"/>
                <a:chExt cx="5200" cy="2713"/>
              </a:xfrm>
            </p:grpSpPr>
            <p:pic>
              <p:nvPicPr>
                <p:cNvPr id="7" name="图片 6"/>
                <p:cNvPicPr>
                  <a:picLocks noChangeAspect="1"/>
                </p:cNvPicPr>
                <p:nvPr>
                  <p:custDataLst>
                    <p:tags r:id="rId5"/>
                  </p:custDataLst>
                </p:nvPr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30" y="1296"/>
                  <a:ext cx="2621" cy="1212"/>
                </a:xfrm>
                <a:prstGeom prst="rect">
                  <a:avLst/>
                </a:prstGeom>
              </p:spPr>
            </p:pic>
            <p:pic>
              <p:nvPicPr>
                <p:cNvPr id="8" name="图片 7"/>
                <p:cNvPicPr>
                  <a:picLocks noChangeAspect="1"/>
                </p:cNvPicPr>
                <p:nvPr>
                  <p:custDataLst>
                    <p:tags r:id="rId7"/>
                  </p:custDataLst>
                </p:nvPr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546" y="1227"/>
                  <a:ext cx="2585" cy="1280"/>
                </a:xfrm>
                <a:prstGeom prst="rect">
                  <a:avLst/>
                </a:prstGeom>
              </p:spPr>
            </p:pic>
            <p:pic>
              <p:nvPicPr>
                <p:cNvPr id="10" name="图片 9"/>
                <p:cNvPicPr>
                  <a:picLocks noChangeAspect="1"/>
                </p:cNvPicPr>
                <p:nvPr>
                  <p:custDataLst>
                    <p:tags r:id="rId9"/>
                  </p:custDataLst>
                </p:nvPr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30" y="2650"/>
                  <a:ext cx="2612" cy="1290"/>
                </a:xfrm>
                <a:prstGeom prst="rect">
                  <a:avLst/>
                </a:prstGeom>
              </p:spPr>
            </p:pic>
            <p:pic>
              <p:nvPicPr>
                <p:cNvPr id="11" name="图片 10"/>
                <p:cNvPicPr>
                  <a:picLocks noChangeAspect="1"/>
                </p:cNvPicPr>
                <p:nvPr>
                  <p:custDataLst>
                    <p:tags r:id="rId11"/>
                  </p:custDataLst>
                </p:nvPr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546" y="2697"/>
                  <a:ext cx="2565" cy="1243"/>
                </a:xfrm>
                <a:prstGeom prst="rect">
                  <a:avLst/>
                </a:prstGeom>
              </p:spPr>
            </p:pic>
          </p:grpSp>
          <p:grpSp>
            <p:nvGrpSpPr>
              <p:cNvPr id="37" name="组合 36"/>
              <p:cNvGrpSpPr/>
              <p:nvPr/>
            </p:nvGrpSpPr>
            <p:grpSpPr>
              <a:xfrm>
                <a:off x="618" y="468"/>
                <a:ext cx="2043" cy="541"/>
                <a:chOff x="618" y="598"/>
                <a:chExt cx="2043" cy="541"/>
              </a:xfrm>
            </p:grpSpPr>
            <p:sp>
              <p:nvSpPr>
                <p:cNvPr id="6" name="文本框 5"/>
                <p:cNvSpPr txBox="1"/>
                <p:nvPr/>
              </p:nvSpPr>
              <p:spPr>
                <a:xfrm>
                  <a:off x="738" y="598"/>
                  <a:ext cx="1923" cy="5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zh-CN" altLang="en-US" sz="1600">
                      <a:latin typeface="宋体" panose="02010600030101010101" pitchFamily="2" charset="-122"/>
                      <a:ea typeface="宋体" panose="02010600030101010101" pitchFamily="2" charset="-122"/>
                    </a:rPr>
                    <a:t>数据概览</a:t>
                  </a:r>
                  <a:endParaRPr lang="zh-CN" altLang="en-US" sz="160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" name="矩形 12"/>
                <p:cNvSpPr/>
                <p:nvPr/>
              </p:nvSpPr>
              <p:spPr>
                <a:xfrm flipH="1">
                  <a:off x="618" y="621"/>
                  <a:ext cx="62" cy="445"/>
                </a:xfrm>
                <a:prstGeom prst="rect">
                  <a:avLst/>
                </a:prstGeom>
                <a:gradFill>
                  <a:gsLst>
                    <a:gs pos="0">
                      <a:schemeClr val="accent1">
                        <a:lumOff val="17500"/>
                        <a:alpha val="42000"/>
                      </a:schemeClr>
                    </a:gs>
                    <a:gs pos="85000">
                      <a:schemeClr val="accent1">
                        <a:alpha val="73000"/>
                        <a:lumMod val="97000"/>
                        <a:lumOff val="3000"/>
                      </a:schemeClr>
                    </a:gs>
                  </a:gsLst>
                </a:gradFill>
                <a:effectLst/>
              </p:spPr>
              <p:style>
                <a:lnRef idx="0">
                  <a:srgbClr val="FFFFFF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5" name="文本框 14"/>
            <p:cNvSpPr txBox="1"/>
            <p:nvPr>
              <p:custDataLst>
                <p:tags r:id="rId13"/>
              </p:custDataLst>
            </p:nvPr>
          </p:nvSpPr>
          <p:spPr>
            <a:xfrm>
              <a:off x="818" y="3561"/>
              <a:ext cx="3527" cy="5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>
                  <a:latin typeface="宋体" panose="02010600030101010101" pitchFamily="2" charset="-122"/>
                  <a:ea typeface="宋体" panose="02010600030101010101" pitchFamily="2" charset="-122"/>
                </a:rPr>
                <a:t>热门事件</a:t>
              </a:r>
              <a:r>
                <a:rPr lang="zh-CN" altLang="en-US" sz="1600">
                  <a:latin typeface="宋体" panose="02010600030101010101" pitchFamily="2" charset="-122"/>
                  <a:ea typeface="宋体" panose="02010600030101010101" pitchFamily="2" charset="-122"/>
                </a:rPr>
                <a:t>榜单</a:t>
              </a:r>
              <a:endParaRPr lang="zh-CN" altLang="en-US" sz="16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4"/>
              </p:custDataLst>
            </p:nvPr>
          </p:nvSpPr>
          <p:spPr>
            <a:xfrm flipH="1">
              <a:off x="698" y="3584"/>
              <a:ext cx="62" cy="445"/>
            </a:xfrm>
            <a:prstGeom prst="rect">
              <a:avLst/>
            </a:prstGeom>
            <a:gradFill>
              <a:gsLst>
                <a:gs pos="0">
                  <a:schemeClr val="accent1">
                    <a:lumOff val="17500"/>
                    <a:alpha val="42000"/>
                  </a:schemeClr>
                </a:gs>
                <a:gs pos="85000">
                  <a:schemeClr val="accent1">
                    <a:alpha val="73000"/>
                    <a:lumMod val="97000"/>
                    <a:lumOff val="3000"/>
                  </a:schemeClr>
                </a:gs>
              </a:gsLst>
            </a:gradFill>
            <a:effectLst/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738" y="4181"/>
              <a:ext cx="4616" cy="2829"/>
              <a:chOff x="760" y="4181"/>
              <a:chExt cx="4635" cy="2683"/>
            </a:xfrm>
          </p:grpSpPr>
          <p:pic>
            <p:nvPicPr>
              <p:cNvPr id="17" name="图片 16"/>
              <p:cNvPicPr>
                <a:picLocks noChangeAspect="1"/>
              </p:cNvPicPr>
              <p:nvPr>
                <p:custDataLst>
                  <p:tags r:id="rId15"/>
                </p:custDataLst>
              </p:nvPr>
            </p:nvPicPr>
            <p:blipFill>
              <a:blip r:embed="rId16"/>
              <a:srcRect l="52388" t="13018"/>
              <a:stretch>
                <a:fillRect/>
              </a:stretch>
            </p:blipFill>
            <p:spPr>
              <a:xfrm>
                <a:off x="1964" y="4181"/>
                <a:ext cx="3431" cy="2683"/>
              </a:xfrm>
              <a:prstGeom prst="rect">
                <a:avLst/>
              </a:prstGeom>
            </p:spPr>
          </p:pic>
          <p:pic>
            <p:nvPicPr>
              <p:cNvPr id="14" name="图片 13"/>
              <p:cNvPicPr>
                <a:picLocks noChangeAspect="1"/>
              </p:cNvPicPr>
              <p:nvPr>
                <p:custDataLst>
                  <p:tags r:id="rId17"/>
                </p:custDataLst>
              </p:nvPr>
            </p:nvPicPr>
            <p:blipFill>
              <a:blip r:embed="rId16"/>
              <a:srcRect t="13018" r="64077"/>
              <a:stretch>
                <a:fillRect/>
              </a:stretch>
            </p:blipFill>
            <p:spPr>
              <a:xfrm>
                <a:off x="760" y="4181"/>
                <a:ext cx="2589" cy="2683"/>
              </a:xfrm>
              <a:prstGeom prst="rect">
                <a:avLst/>
              </a:prstGeom>
            </p:spPr>
          </p:pic>
        </p:grpSp>
        <p:grpSp>
          <p:nvGrpSpPr>
            <p:cNvPr id="22" name="组合 21"/>
            <p:cNvGrpSpPr/>
            <p:nvPr/>
          </p:nvGrpSpPr>
          <p:grpSpPr>
            <a:xfrm>
              <a:off x="13346" y="4357"/>
              <a:ext cx="5638" cy="2619"/>
              <a:chOff x="285" y="3766"/>
              <a:chExt cx="7449" cy="4577"/>
            </a:xfrm>
          </p:grpSpPr>
          <p:pic>
            <p:nvPicPr>
              <p:cNvPr id="19" name="图片 18" descr="echarts"/>
              <p:cNvPicPr>
                <a:picLocks noChangeAspect="1"/>
              </p:cNvPicPr>
              <p:nvPr/>
            </p:nvPicPr>
            <p:blipFill>
              <a:blip r:embed="rId18"/>
              <a:srcRect r="61203"/>
              <a:stretch>
                <a:fillRect/>
              </a:stretch>
            </p:blipFill>
            <p:spPr>
              <a:xfrm>
                <a:off x="285" y="3918"/>
                <a:ext cx="7449" cy="4425"/>
              </a:xfrm>
              <a:prstGeom prst="rect">
                <a:avLst/>
              </a:prstGeom>
            </p:spPr>
          </p:pic>
          <p:pic>
            <p:nvPicPr>
              <p:cNvPr id="20" name="图片 19" descr="echarts"/>
              <p:cNvPicPr>
                <a:picLocks noChangeAspect="1"/>
              </p:cNvPicPr>
              <p:nvPr>
                <p:custDataLst>
                  <p:tags r:id="rId19"/>
                </p:custDataLst>
              </p:nvPr>
            </p:nvPicPr>
            <p:blipFill>
              <a:blip r:embed="rId18"/>
              <a:srcRect l="40427" t="2395" r="40411" b="82915"/>
              <a:stretch>
                <a:fillRect/>
              </a:stretch>
            </p:blipFill>
            <p:spPr>
              <a:xfrm>
                <a:off x="2661" y="3766"/>
                <a:ext cx="3679" cy="802"/>
              </a:xfrm>
              <a:prstGeom prst="rect">
                <a:avLst/>
              </a:prstGeom>
            </p:spPr>
          </p:pic>
        </p:grpSp>
        <p:graphicFrame>
          <p:nvGraphicFramePr>
            <p:cNvPr id="23" name="图表 22"/>
            <p:cNvGraphicFramePr/>
            <p:nvPr/>
          </p:nvGraphicFramePr>
          <p:xfrm>
            <a:off x="13662" y="2145"/>
            <a:ext cx="5202" cy="252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  <p:pic>
          <p:nvPicPr>
            <p:cNvPr id="24" name="图片 23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1"/>
            <a:srcRect t="13101" r="35758" b="14520"/>
            <a:stretch>
              <a:fillRect/>
            </a:stretch>
          </p:blipFill>
          <p:spPr>
            <a:xfrm>
              <a:off x="13662" y="1158"/>
              <a:ext cx="2128" cy="955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3"/>
            <a:srcRect l="3256" t="8307" r="35782" b="18573"/>
            <a:stretch>
              <a:fillRect/>
            </a:stretch>
          </p:blipFill>
          <p:spPr>
            <a:xfrm>
              <a:off x="15625" y="1170"/>
              <a:ext cx="2108" cy="980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25"/>
            <a:srcRect t="10087" r="43752" b="16244"/>
            <a:stretch>
              <a:fillRect/>
            </a:stretch>
          </p:blipFill>
          <p:spPr>
            <a:xfrm>
              <a:off x="17568" y="1170"/>
              <a:ext cx="1502" cy="934"/>
            </a:xfrm>
            <a:prstGeom prst="rect">
              <a:avLst/>
            </a:prstGeom>
          </p:spPr>
        </p:pic>
        <p:grpSp>
          <p:nvGrpSpPr>
            <p:cNvPr id="30" name="组合 29"/>
            <p:cNvGrpSpPr/>
            <p:nvPr/>
          </p:nvGrpSpPr>
          <p:grpSpPr>
            <a:xfrm>
              <a:off x="13807" y="468"/>
              <a:ext cx="2512" cy="541"/>
              <a:chOff x="12956" y="298"/>
              <a:chExt cx="2512" cy="541"/>
            </a:xfrm>
          </p:grpSpPr>
          <p:sp>
            <p:nvSpPr>
              <p:cNvPr id="27" name="文本框 26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13212" y="298"/>
                <a:ext cx="2256" cy="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600">
                    <a:latin typeface="宋体" panose="02010600030101010101" pitchFamily="2" charset="-122"/>
                    <a:ea typeface="宋体" panose="02010600030101010101" pitchFamily="2" charset="-122"/>
                  </a:rPr>
                  <a:t>情感</a:t>
                </a:r>
                <a:r>
                  <a:rPr lang="zh-CN" altLang="en-US" sz="1600">
                    <a:latin typeface="宋体" panose="02010600030101010101" pitchFamily="2" charset="-122"/>
                    <a:ea typeface="宋体" panose="02010600030101010101" pitchFamily="2" charset="-122"/>
                  </a:rPr>
                  <a:t>分析</a:t>
                </a:r>
                <a:endParaRPr lang="zh-CN" altLang="en-US" sz="16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9" name="矩形 28"/>
              <p:cNvSpPr/>
              <p:nvPr>
                <p:custDataLst>
                  <p:tags r:id="rId27"/>
                </p:custDataLst>
              </p:nvPr>
            </p:nvSpPr>
            <p:spPr>
              <a:xfrm flipH="1">
                <a:off x="12956" y="298"/>
                <a:ext cx="62" cy="445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Off val="17500"/>
                      <a:alpha val="42000"/>
                    </a:schemeClr>
                  </a:gs>
                  <a:gs pos="85000">
                    <a:schemeClr val="accent1">
                      <a:alpha val="73000"/>
                      <a:lumMod val="97000"/>
                      <a:lumOff val="3000"/>
                    </a:schemeClr>
                  </a:gs>
                </a:gsLst>
              </a:gradFill>
              <a:effectLst/>
            </p:spPr>
            <p:style>
              <a:lnRef idx="0">
                <a:srgbClr val="FFFFFF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36" name="文本框 35"/>
            <p:cNvSpPr txBox="1"/>
            <p:nvPr>
              <p:custDataLst>
                <p:tags r:id="rId28"/>
              </p:custDataLst>
            </p:nvPr>
          </p:nvSpPr>
          <p:spPr>
            <a:xfrm>
              <a:off x="8299" y="679"/>
              <a:ext cx="2890" cy="662"/>
            </a:xfrm>
            <a:prstGeom prst="rect">
              <a:avLst/>
            </a:prstGeom>
            <a:effectLst>
              <a:softEdge rad="50800"/>
            </a:effec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>
              <a:noAutofit/>
            </a:bodyPr>
            <a:p>
              <a:pPr algn="ctr"/>
              <a:r>
                <a:rPr lang="zh-CN" altLang="en-US" sz="1600">
                  <a:latin typeface="宋体" panose="02010600030101010101" pitchFamily="2" charset="-122"/>
                  <a:ea typeface="宋体" panose="02010600030101010101" pitchFamily="2" charset="-122"/>
                </a:rPr>
                <a:t>舆情</a:t>
              </a:r>
              <a:r>
                <a:rPr lang="zh-CN" altLang="en-US" sz="1600">
                  <a:latin typeface="宋体" panose="02010600030101010101" pitchFamily="2" charset="-122"/>
                  <a:ea typeface="宋体" panose="02010600030101010101" pitchFamily="2" charset="-122"/>
                </a:rPr>
                <a:t>地域分布</a:t>
              </a:r>
              <a:endParaRPr lang="zh-CN" altLang="en-US" sz="16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42" name="图片 41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30"/>
            <a:stretch>
              <a:fillRect/>
            </a:stretch>
          </p:blipFill>
          <p:spPr>
            <a:xfrm>
              <a:off x="618" y="7704"/>
              <a:ext cx="5858" cy="2836"/>
            </a:xfrm>
            <a:prstGeom prst="rect">
              <a:avLst/>
            </a:prstGeom>
          </p:spPr>
        </p:pic>
        <p:grpSp>
          <p:nvGrpSpPr>
            <p:cNvPr id="43" name="组合 42"/>
            <p:cNvGrpSpPr/>
            <p:nvPr/>
          </p:nvGrpSpPr>
          <p:grpSpPr>
            <a:xfrm>
              <a:off x="680" y="7092"/>
              <a:ext cx="2043" cy="541"/>
              <a:chOff x="618" y="598"/>
              <a:chExt cx="2043" cy="541"/>
            </a:xfrm>
          </p:grpSpPr>
          <p:sp>
            <p:nvSpPr>
              <p:cNvPr id="44" name="文本框 43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738" y="598"/>
                <a:ext cx="1923" cy="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600">
                    <a:latin typeface="宋体" panose="02010600030101010101" pitchFamily="2" charset="-122"/>
                    <a:ea typeface="宋体" panose="02010600030101010101" pitchFamily="2" charset="-122"/>
                  </a:rPr>
                  <a:t>热词分析</a:t>
                </a:r>
                <a:endParaRPr lang="zh-CN" altLang="en-US" sz="16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5" name="矩形 44"/>
              <p:cNvSpPr/>
              <p:nvPr>
                <p:custDataLst>
                  <p:tags r:id="rId32"/>
                </p:custDataLst>
              </p:nvPr>
            </p:nvSpPr>
            <p:spPr>
              <a:xfrm flipH="1">
                <a:off x="618" y="621"/>
                <a:ext cx="62" cy="445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Off val="17500"/>
                      <a:alpha val="42000"/>
                    </a:schemeClr>
                  </a:gs>
                  <a:gs pos="85000">
                    <a:schemeClr val="accent1">
                      <a:alpha val="73000"/>
                      <a:lumMod val="97000"/>
                      <a:lumOff val="3000"/>
                    </a:schemeClr>
                  </a:gs>
                </a:gsLst>
              </a:gradFill>
              <a:effectLst/>
            </p:spPr>
            <p:style>
              <a:lnRef idx="0">
                <a:srgbClr val="FFFFFF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>
              <a:off x="13774" y="7157"/>
              <a:ext cx="2043" cy="541"/>
              <a:chOff x="618" y="598"/>
              <a:chExt cx="2043" cy="541"/>
            </a:xfrm>
          </p:grpSpPr>
          <p:sp>
            <p:nvSpPr>
              <p:cNvPr id="47" name="文本框 46"/>
              <p:cNvSpPr txBox="1"/>
              <p:nvPr>
                <p:custDataLst>
                  <p:tags r:id="rId33"/>
                </p:custDataLst>
              </p:nvPr>
            </p:nvSpPr>
            <p:spPr>
              <a:xfrm>
                <a:off x="738" y="598"/>
                <a:ext cx="1923" cy="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600">
                    <a:latin typeface="宋体" panose="02010600030101010101" pitchFamily="2" charset="-122"/>
                    <a:ea typeface="宋体" panose="02010600030101010101" pitchFamily="2" charset="-122"/>
                  </a:rPr>
                  <a:t>事件类型</a:t>
                </a:r>
                <a:endParaRPr lang="zh-CN" altLang="en-US" sz="16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8" name="矩形 47"/>
              <p:cNvSpPr/>
              <p:nvPr>
                <p:custDataLst>
                  <p:tags r:id="rId34"/>
                </p:custDataLst>
              </p:nvPr>
            </p:nvSpPr>
            <p:spPr>
              <a:xfrm flipH="1">
                <a:off x="618" y="621"/>
                <a:ext cx="62" cy="445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Off val="17500"/>
                      <a:alpha val="42000"/>
                    </a:schemeClr>
                  </a:gs>
                  <a:gs pos="85000">
                    <a:schemeClr val="accent1">
                      <a:alpha val="73000"/>
                      <a:lumMod val="97000"/>
                      <a:lumOff val="3000"/>
                    </a:schemeClr>
                  </a:gs>
                </a:gsLst>
              </a:gradFill>
              <a:effectLst/>
            </p:spPr>
            <p:style>
              <a:lnRef idx="0">
                <a:srgbClr val="FFFFFF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aphicFrame>
          <p:nvGraphicFramePr>
            <p:cNvPr id="49" name="图表 48"/>
            <p:cNvGraphicFramePr/>
            <p:nvPr/>
          </p:nvGraphicFramePr>
          <p:xfrm>
            <a:off x="13376" y="7069"/>
            <a:ext cx="5824" cy="365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31" name="圆角矩形 30"/>
            <p:cNvSpPr/>
            <p:nvPr>
              <p:custDataLst>
                <p:tags r:id="rId35"/>
              </p:custDataLst>
            </p:nvPr>
          </p:nvSpPr>
          <p:spPr>
            <a:xfrm>
              <a:off x="4838" y="4357"/>
              <a:ext cx="823" cy="665"/>
            </a:xfrm>
            <a:prstGeom prst="roundRect">
              <a:avLst/>
            </a:prstGeom>
            <a:solidFill>
              <a:srgbClr val="EF43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800" dirty="0"/>
                <a:t>疑似水军介入</a:t>
              </a:r>
              <a:endParaRPr lang="zh-CN" altLang="en-US" sz="800" dirty="0"/>
            </a:p>
          </p:txBody>
        </p:sp>
        <p:sp>
          <p:nvSpPr>
            <p:cNvPr id="50" name="圆角矩形 49"/>
            <p:cNvSpPr/>
            <p:nvPr>
              <p:custDataLst>
                <p:tags r:id="rId36"/>
              </p:custDataLst>
            </p:nvPr>
          </p:nvSpPr>
          <p:spPr>
            <a:xfrm>
              <a:off x="4838" y="5293"/>
              <a:ext cx="823" cy="665"/>
            </a:xfrm>
            <a:prstGeom prst="roundRect">
              <a:avLst/>
            </a:prstGeom>
            <a:solidFill>
              <a:srgbClr val="EF43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800" dirty="0"/>
                <a:t>疑似水军介入</a:t>
              </a:r>
              <a:endParaRPr lang="zh-CN" altLang="en-US" sz="800" dirty="0"/>
            </a:p>
          </p:txBody>
        </p:sp>
        <p:sp>
          <p:nvSpPr>
            <p:cNvPr id="33" name="箭头: 下 32"/>
            <p:cNvSpPr/>
            <p:nvPr>
              <p:custDataLst>
                <p:tags r:id="rId37"/>
              </p:custDataLst>
            </p:nvPr>
          </p:nvSpPr>
          <p:spPr>
            <a:xfrm>
              <a:off x="18388" y="5538"/>
              <a:ext cx="57" cy="997"/>
            </a:xfrm>
            <a:prstGeom prst="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1" name="矩形 50"/>
            <p:cNvSpPr/>
            <p:nvPr>
              <p:custDataLst>
                <p:tags r:id="rId38"/>
              </p:custDataLst>
            </p:nvPr>
          </p:nvSpPr>
          <p:spPr>
            <a:xfrm>
              <a:off x="18153" y="4708"/>
              <a:ext cx="831" cy="83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800" dirty="0"/>
                <a:t>疑似水军介入</a:t>
              </a:r>
              <a:endParaRPr lang="zh-CN" altLang="en-US" sz="800" dirty="0"/>
            </a:p>
          </p:txBody>
        </p:sp>
        <p:sp>
          <p:nvSpPr>
            <p:cNvPr id="2" name="圆角矩形 1"/>
            <p:cNvSpPr/>
            <p:nvPr>
              <p:custDataLst>
                <p:tags r:id="rId39"/>
              </p:custDataLst>
            </p:nvPr>
          </p:nvSpPr>
          <p:spPr>
            <a:xfrm>
              <a:off x="4838" y="6130"/>
              <a:ext cx="823" cy="665"/>
            </a:xfrm>
            <a:prstGeom prst="roundRect">
              <a:avLst/>
            </a:prstGeom>
            <a:solidFill>
              <a:srgbClr val="EF43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800" dirty="0"/>
            </a:p>
          </p:txBody>
        </p:sp>
      </p:grpSp>
      <p:pic>
        <p:nvPicPr>
          <p:cNvPr id="9" name="图片 8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/>
          <a:stretch>
            <a:fillRect/>
          </a:stretch>
        </p:blipFill>
        <p:spPr>
          <a:xfrm>
            <a:off x="-635" y="163195"/>
            <a:ext cx="2256155" cy="6540500"/>
          </a:xfrm>
          <a:prstGeom prst="rect">
            <a:avLst/>
          </a:prstGeom>
        </p:spPr>
      </p:pic>
      <p:grpSp>
        <p:nvGrpSpPr>
          <p:cNvPr id="21" name="组合 20"/>
          <p:cNvGrpSpPr/>
          <p:nvPr/>
        </p:nvGrpSpPr>
        <p:grpSpPr>
          <a:xfrm>
            <a:off x="5918199" y="4272916"/>
            <a:ext cx="2920365" cy="2576193"/>
            <a:chOff x="495244" y="4762110"/>
            <a:chExt cx="2258079" cy="2069200"/>
          </a:xfrm>
        </p:grpSpPr>
        <p:pic>
          <p:nvPicPr>
            <p:cNvPr id="28" name="图片 27"/>
            <p:cNvPicPr>
              <a:picLocks noChangeAspect="1"/>
            </p:cNvPicPr>
            <p:nvPr>
              <p:custDataLst>
                <p:tags r:id="rId42"/>
              </p:custDataLst>
            </p:nvPr>
          </p:nvPicPr>
          <p:blipFill>
            <a:blip r:embed="rId43"/>
            <a:stretch>
              <a:fillRect/>
            </a:stretch>
          </p:blipFill>
          <p:spPr>
            <a:xfrm>
              <a:off x="556618" y="5049767"/>
              <a:ext cx="2196705" cy="1781543"/>
            </a:xfrm>
            <a:prstGeom prst="rect">
              <a:avLst/>
            </a:prstGeom>
          </p:spPr>
        </p:pic>
        <p:sp>
          <p:nvSpPr>
            <p:cNvPr id="32" name="文本框 31"/>
            <p:cNvSpPr txBox="1"/>
            <p:nvPr>
              <p:custDataLst>
                <p:tags r:id="rId44"/>
              </p:custDataLst>
            </p:nvPr>
          </p:nvSpPr>
          <p:spPr>
            <a:xfrm>
              <a:off x="606462" y="4762805"/>
              <a:ext cx="1432560" cy="2213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用户网络分析</a:t>
              </a:r>
              <a:endPara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45"/>
              </p:custDataLst>
            </p:nvPr>
          </p:nvSpPr>
          <p:spPr>
            <a:xfrm flipH="1">
              <a:off x="495244" y="4762110"/>
              <a:ext cx="61199" cy="221845"/>
            </a:xfrm>
            <a:prstGeom prst="rect">
              <a:avLst/>
            </a:prstGeom>
            <a:gradFill>
              <a:gsLst>
                <a:gs pos="0">
                  <a:schemeClr val="accent1">
                    <a:lumOff val="17500"/>
                    <a:alpha val="42000"/>
                  </a:schemeClr>
                </a:gs>
                <a:gs pos="85000">
                  <a:schemeClr val="accent1">
                    <a:alpha val="73000"/>
                    <a:lumMod val="97000"/>
                    <a:lumOff val="3000"/>
                  </a:schemeClr>
                </a:gs>
              </a:gsLst>
            </a:gradFill>
            <a:effectLst/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7150" y="133350"/>
            <a:ext cx="2235200" cy="66103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491740" y="283210"/>
            <a:ext cx="9570720" cy="11645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441575" y="1528445"/>
            <a:ext cx="9620250" cy="93535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376170" y="2463800"/>
            <a:ext cx="9685655" cy="4185920"/>
          </a:xfrm>
          <a:prstGeom prst="rect">
            <a:avLst/>
          </a:prstGeom>
        </p:spPr>
      </p:pic>
      <p:sp>
        <p:nvSpPr>
          <p:cNvPr id="14" name="动作按钮: 后退或前一项 13">
            <a:hlinkClick r:id="" action="ppaction://hlinkshowjump?jump=nextslide"/>
          </p:cNvPr>
          <p:cNvSpPr/>
          <p:nvPr/>
        </p:nvSpPr>
        <p:spPr>
          <a:xfrm>
            <a:off x="4687570" y="2675890"/>
            <a:ext cx="195580" cy="159385"/>
          </a:xfrm>
          <a:prstGeom prst="actionButtonBackPrevious">
            <a:avLst/>
          </a:prstGeom>
          <a:solidFill>
            <a:srgbClr val="2BC764">
              <a:alpha val="53000"/>
            </a:srgb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矩形 24"/>
          <p:cNvSpPr/>
          <p:nvPr/>
        </p:nvSpPr>
        <p:spPr>
          <a:xfrm>
            <a:off x="8169275" y="232410"/>
            <a:ext cx="3768090" cy="213106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7150" y="170815"/>
            <a:ext cx="2235200" cy="668718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r="16296" b="14706"/>
          <a:stretch>
            <a:fillRect/>
          </a:stretch>
        </p:blipFill>
        <p:spPr>
          <a:xfrm>
            <a:off x="2509520" y="2731135"/>
            <a:ext cx="9427210" cy="368300"/>
          </a:xfrm>
          <a:prstGeom prst="rect">
            <a:avLst/>
          </a:prstGeom>
        </p:spPr>
      </p:pic>
      <p:grpSp>
        <p:nvGrpSpPr>
          <p:cNvPr id="40" name="组合 39"/>
          <p:cNvGrpSpPr/>
          <p:nvPr/>
        </p:nvGrpSpPr>
        <p:grpSpPr>
          <a:xfrm>
            <a:off x="6998970" y="3093085"/>
            <a:ext cx="5857875" cy="2004660"/>
            <a:chOff x="10192" y="4372"/>
            <a:chExt cx="8075" cy="3141"/>
          </a:xfrm>
        </p:grpSpPr>
        <p:grpSp>
          <p:nvGrpSpPr>
            <p:cNvPr id="39" name="组合 38"/>
            <p:cNvGrpSpPr/>
            <p:nvPr/>
          </p:nvGrpSpPr>
          <p:grpSpPr>
            <a:xfrm>
              <a:off x="10219" y="4396"/>
              <a:ext cx="8048" cy="3117"/>
              <a:chOff x="10981" y="4637"/>
              <a:chExt cx="8412" cy="3315"/>
            </a:xfrm>
          </p:grpSpPr>
          <p:pic>
            <p:nvPicPr>
              <p:cNvPr id="9" name="图片 8" descr="echarts (1)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6"/>
              <a:srcRect r="-18591" b="9832"/>
              <a:stretch>
                <a:fillRect/>
              </a:stretch>
            </p:blipFill>
            <p:spPr>
              <a:xfrm>
                <a:off x="10981" y="4789"/>
                <a:ext cx="8412" cy="2852"/>
              </a:xfrm>
              <a:prstGeom prst="round2SameRect">
                <a:avLst/>
              </a:prstGeom>
            </p:spPr>
          </p:pic>
          <p:pic>
            <p:nvPicPr>
              <p:cNvPr id="7" name="图片 6" descr="echarts (1)"/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6"/>
              <a:srcRect l="2188" t="1557" r="95677" b="7757"/>
              <a:stretch>
                <a:fillRect/>
              </a:stretch>
            </p:blipFill>
            <p:spPr>
              <a:xfrm>
                <a:off x="10981" y="4637"/>
                <a:ext cx="410" cy="3315"/>
              </a:xfrm>
              <a:prstGeom prst="rect">
                <a:avLst/>
              </a:prstGeom>
            </p:spPr>
          </p:pic>
          <p:pic>
            <p:nvPicPr>
              <p:cNvPr id="10" name="图片 9" descr="echarts (1)"/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6"/>
              <a:srcRect l="61144" t="90180"/>
              <a:stretch>
                <a:fillRect/>
              </a:stretch>
            </p:blipFill>
            <p:spPr>
              <a:xfrm>
                <a:off x="11140" y="7641"/>
                <a:ext cx="7105" cy="311"/>
              </a:xfrm>
              <a:prstGeom prst="rect">
                <a:avLst/>
              </a:prstGeom>
            </p:spPr>
          </p:pic>
          <p:pic>
            <p:nvPicPr>
              <p:cNvPr id="11" name="图片 10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10"/>
              <a:stretch>
                <a:fillRect/>
              </a:stretch>
            </p:blipFill>
            <p:spPr>
              <a:xfrm>
                <a:off x="13455" y="4956"/>
                <a:ext cx="2716" cy="401"/>
              </a:xfrm>
              <a:prstGeom prst="rect">
                <a:avLst/>
              </a:prstGeom>
            </p:spPr>
          </p:pic>
        </p:grpSp>
        <p:pic>
          <p:nvPicPr>
            <p:cNvPr id="18" name="图片 17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0192" y="4372"/>
              <a:ext cx="1129" cy="324"/>
            </a:xfrm>
            <a:prstGeom prst="rect">
              <a:avLst/>
            </a:prstGeom>
          </p:spPr>
        </p:pic>
      </p:grpSp>
      <p:pic>
        <p:nvPicPr>
          <p:cNvPr id="20" name="图片 19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2429510" y="147955"/>
            <a:ext cx="9507220" cy="2562225"/>
          </a:xfrm>
          <a:prstGeom prst="rect">
            <a:avLst/>
          </a:prstGeom>
        </p:spPr>
      </p:pic>
      <p:grpSp>
        <p:nvGrpSpPr>
          <p:cNvPr id="32" name="组合 31"/>
          <p:cNvGrpSpPr/>
          <p:nvPr/>
        </p:nvGrpSpPr>
        <p:grpSpPr>
          <a:xfrm>
            <a:off x="2509520" y="3121025"/>
            <a:ext cx="4241800" cy="1854200"/>
            <a:chOff x="3952" y="4540"/>
            <a:chExt cx="5777" cy="2776"/>
          </a:xfrm>
        </p:grpSpPr>
        <p:pic>
          <p:nvPicPr>
            <p:cNvPr id="33" name="图片 32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3952" y="4540"/>
              <a:ext cx="5777" cy="2776"/>
            </a:xfrm>
            <a:prstGeom prst="rect">
              <a:avLst/>
            </a:prstGeom>
          </p:spPr>
        </p:pic>
        <p:sp>
          <p:nvSpPr>
            <p:cNvPr id="34" name="矩形 33"/>
            <p:cNvSpPr/>
            <p:nvPr/>
          </p:nvSpPr>
          <p:spPr>
            <a:xfrm>
              <a:off x="4044" y="4630"/>
              <a:ext cx="1867" cy="615"/>
            </a:xfrm>
            <a:prstGeom prst="rect">
              <a:avLst/>
            </a:prstGeom>
            <a:solidFill>
              <a:srgbClr val="FBFCFC"/>
            </a:solidFill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35" name="图片 34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/>
            <a:stretch>
              <a:fillRect/>
            </a:stretch>
          </p:blipFill>
          <p:spPr>
            <a:xfrm>
              <a:off x="4044" y="4898"/>
              <a:ext cx="1100" cy="240"/>
            </a:xfrm>
            <a:prstGeom prst="rect">
              <a:avLst/>
            </a:prstGeom>
          </p:spPr>
        </p:pic>
      </p:grpSp>
      <p:grpSp>
        <p:nvGrpSpPr>
          <p:cNvPr id="37" name="组合 36"/>
          <p:cNvGrpSpPr/>
          <p:nvPr/>
        </p:nvGrpSpPr>
        <p:grpSpPr>
          <a:xfrm>
            <a:off x="2509520" y="4895215"/>
            <a:ext cx="4241800" cy="1916430"/>
            <a:chOff x="3952" y="7498"/>
            <a:chExt cx="5776" cy="3018"/>
          </a:xfrm>
        </p:grpSpPr>
        <p:pic>
          <p:nvPicPr>
            <p:cNvPr id="26" name="图片 25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/>
            <a:stretch>
              <a:fillRect/>
            </a:stretch>
          </p:blipFill>
          <p:spPr>
            <a:xfrm>
              <a:off x="3952" y="7498"/>
              <a:ext cx="5776" cy="3019"/>
            </a:xfrm>
            <a:prstGeom prst="rect">
              <a:avLst/>
            </a:prstGeom>
          </p:spPr>
        </p:pic>
        <p:sp>
          <p:nvSpPr>
            <p:cNvPr id="29" name="矩形 28"/>
            <p:cNvSpPr/>
            <p:nvPr>
              <p:custDataLst>
                <p:tags r:id="rId21"/>
              </p:custDataLst>
            </p:nvPr>
          </p:nvSpPr>
          <p:spPr>
            <a:xfrm>
              <a:off x="4044" y="7498"/>
              <a:ext cx="1867" cy="615"/>
            </a:xfrm>
            <a:prstGeom prst="rect">
              <a:avLst/>
            </a:prstGeom>
            <a:solidFill>
              <a:srgbClr val="FBFCFC"/>
            </a:solidFill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31" name="图片 30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3"/>
            <a:stretch>
              <a:fillRect/>
            </a:stretch>
          </p:blipFill>
          <p:spPr>
            <a:xfrm>
              <a:off x="4044" y="7694"/>
              <a:ext cx="1181" cy="258"/>
            </a:xfrm>
            <a:prstGeom prst="rect">
              <a:avLst/>
            </a:prstGeom>
          </p:spPr>
        </p:pic>
        <p:pic>
          <p:nvPicPr>
            <p:cNvPr id="36" name="图片 35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23"/>
            <a:stretch>
              <a:fillRect/>
            </a:stretch>
          </p:blipFill>
          <p:spPr>
            <a:xfrm>
              <a:off x="3952" y="7694"/>
              <a:ext cx="1088" cy="238"/>
            </a:xfrm>
            <a:prstGeom prst="rect">
              <a:avLst/>
            </a:prstGeom>
          </p:spPr>
        </p:pic>
      </p:grpSp>
      <p:sp>
        <p:nvSpPr>
          <p:cNvPr id="43" name="矩形 42"/>
          <p:cNvSpPr/>
          <p:nvPr/>
        </p:nvSpPr>
        <p:spPr>
          <a:xfrm>
            <a:off x="7164070" y="5020310"/>
            <a:ext cx="230505" cy="219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8" name="组合 47"/>
          <p:cNvGrpSpPr/>
          <p:nvPr/>
        </p:nvGrpSpPr>
        <p:grpSpPr>
          <a:xfrm>
            <a:off x="7018655" y="5130800"/>
            <a:ext cx="5172710" cy="1744345"/>
            <a:chOff x="11053" y="7835"/>
            <a:chExt cx="8146" cy="2952"/>
          </a:xfrm>
        </p:grpSpPr>
        <p:grpSp>
          <p:nvGrpSpPr>
            <p:cNvPr id="46" name="组合 45"/>
            <p:cNvGrpSpPr/>
            <p:nvPr/>
          </p:nvGrpSpPr>
          <p:grpSpPr>
            <a:xfrm>
              <a:off x="11053" y="7835"/>
              <a:ext cx="8146" cy="2952"/>
              <a:chOff x="11023" y="7709"/>
              <a:chExt cx="8146" cy="2952"/>
            </a:xfrm>
          </p:grpSpPr>
          <p:pic>
            <p:nvPicPr>
              <p:cNvPr id="41" name="图片 4"/>
              <p:cNvPicPr>
                <a:picLocks noChangeAspect="1"/>
              </p:cNvPicPr>
              <p:nvPr>
                <p:custDataLst>
                  <p:tags r:id="rId25"/>
                </p:custDataLst>
              </p:nvPr>
            </p:nvPicPr>
            <p:blipFill>
              <a:blip r:embed="rId26"/>
              <a:stretch>
                <a:fillRect/>
              </a:stretch>
            </p:blipFill>
            <p:spPr>
              <a:xfrm>
                <a:off x="11023" y="7709"/>
                <a:ext cx="8147" cy="295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" name="文本框 43"/>
              <p:cNvSpPr txBox="1"/>
              <p:nvPr/>
            </p:nvSpPr>
            <p:spPr>
              <a:xfrm>
                <a:off x="11283" y="7938"/>
                <a:ext cx="3325" cy="38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p>
                <a:endParaRPr lang="zh-CN" altLang="en-US" sz="1000"/>
              </a:p>
            </p:txBody>
          </p:sp>
        </p:grpSp>
        <p:pic>
          <p:nvPicPr>
            <p:cNvPr id="47" name="图片 46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28"/>
            <a:stretch>
              <a:fillRect/>
            </a:stretch>
          </p:blipFill>
          <p:spPr>
            <a:xfrm>
              <a:off x="11313" y="8154"/>
              <a:ext cx="1566" cy="33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矩形 24"/>
          <p:cNvSpPr/>
          <p:nvPr/>
        </p:nvSpPr>
        <p:spPr>
          <a:xfrm>
            <a:off x="8169275" y="232410"/>
            <a:ext cx="3768090" cy="213106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7150" y="170815"/>
            <a:ext cx="2235200" cy="668718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429510" y="147955"/>
            <a:ext cx="9661525" cy="2596515"/>
          </a:xfrm>
          <a:prstGeom prst="rect">
            <a:avLst/>
          </a:prstGeom>
        </p:spPr>
      </p:pic>
      <p:sp>
        <p:nvSpPr>
          <p:cNvPr id="43" name="矩形 42"/>
          <p:cNvSpPr/>
          <p:nvPr/>
        </p:nvSpPr>
        <p:spPr>
          <a:xfrm>
            <a:off x="7164070" y="5020310"/>
            <a:ext cx="230505" cy="219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r="6656"/>
          <a:stretch>
            <a:fillRect/>
          </a:stretch>
        </p:blipFill>
        <p:spPr>
          <a:xfrm>
            <a:off x="2429510" y="2743835"/>
            <a:ext cx="9661525" cy="3175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548890" y="2979420"/>
            <a:ext cx="7530465" cy="26409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541905" y="5575935"/>
            <a:ext cx="7569835" cy="1224280"/>
          </a:xfrm>
          <a:prstGeom prst="rect">
            <a:avLst/>
          </a:prstGeom>
        </p:spPr>
      </p:pic>
      <p:grpSp>
        <p:nvGrpSpPr>
          <p:cNvPr id="21" name="组合 20"/>
          <p:cNvGrpSpPr/>
          <p:nvPr/>
        </p:nvGrpSpPr>
        <p:grpSpPr>
          <a:xfrm>
            <a:off x="10237470" y="2886075"/>
            <a:ext cx="1880870" cy="3913505"/>
            <a:chOff x="16122" y="4545"/>
            <a:chExt cx="2962" cy="6163"/>
          </a:xfrm>
        </p:grpSpPr>
        <p:sp>
          <p:nvSpPr>
            <p:cNvPr id="19" name="矩形 18"/>
            <p:cNvSpPr/>
            <p:nvPr/>
          </p:nvSpPr>
          <p:spPr>
            <a:xfrm>
              <a:off x="16122" y="4545"/>
              <a:ext cx="2962" cy="61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2" name="图片 11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rcRect l="76959" t="23564" r="7565" b="11740"/>
            <a:stretch>
              <a:fillRect/>
            </a:stretch>
          </p:blipFill>
          <p:spPr>
            <a:xfrm>
              <a:off x="16712" y="9382"/>
              <a:ext cx="1886" cy="1327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2"/>
            <a:srcRect l="38079" t="23723" r="46413" b="15127"/>
            <a:stretch>
              <a:fillRect/>
            </a:stretch>
          </p:blipFill>
          <p:spPr>
            <a:xfrm>
              <a:off x="16613" y="8034"/>
              <a:ext cx="1977" cy="1311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/>
            <a:srcRect r="57827"/>
            <a:stretch>
              <a:fillRect/>
            </a:stretch>
          </p:blipFill>
          <p:spPr>
            <a:xfrm>
              <a:off x="16277" y="4821"/>
              <a:ext cx="1761" cy="1748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/>
            <a:srcRect r="13257"/>
            <a:stretch>
              <a:fillRect/>
            </a:stretch>
          </p:blipFill>
          <p:spPr>
            <a:xfrm>
              <a:off x="16834" y="5368"/>
              <a:ext cx="1389" cy="1314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/>
            <a:srcRect l="6354" t="8003" r="7896" b="2205"/>
            <a:stretch>
              <a:fillRect/>
            </a:stretch>
          </p:blipFill>
          <p:spPr>
            <a:xfrm>
              <a:off x="16834" y="6720"/>
              <a:ext cx="1389" cy="14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矩形 12"/>
          <p:cNvSpPr/>
          <p:nvPr/>
        </p:nvSpPr>
        <p:spPr>
          <a:xfrm>
            <a:off x="2411730" y="3261995"/>
            <a:ext cx="9679305" cy="3515995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8169275" y="232410"/>
            <a:ext cx="3768090" cy="213106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7150" y="170815"/>
            <a:ext cx="2235200" cy="668718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429510" y="147955"/>
            <a:ext cx="9661525" cy="2596515"/>
          </a:xfrm>
          <a:prstGeom prst="rect">
            <a:avLst/>
          </a:prstGeom>
        </p:spPr>
      </p:pic>
      <p:sp>
        <p:nvSpPr>
          <p:cNvPr id="43" name="矩形 42"/>
          <p:cNvSpPr/>
          <p:nvPr/>
        </p:nvSpPr>
        <p:spPr>
          <a:xfrm>
            <a:off x="7164070" y="5020310"/>
            <a:ext cx="230505" cy="219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t="5152" r="17560" b="24040"/>
          <a:stretch>
            <a:fillRect/>
          </a:stretch>
        </p:blipFill>
        <p:spPr>
          <a:xfrm>
            <a:off x="2437765" y="2744470"/>
            <a:ext cx="9653905" cy="445135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2292350" y="3937635"/>
            <a:ext cx="5594350" cy="2840355"/>
            <a:chOff x="3922" y="5023"/>
            <a:chExt cx="7792" cy="4786"/>
          </a:xfrm>
        </p:grpSpPr>
        <p:pic>
          <p:nvPicPr>
            <p:cNvPr id="7" name="图片 6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rcRect l="66100"/>
            <a:stretch>
              <a:fillRect/>
            </a:stretch>
          </p:blipFill>
          <p:spPr>
            <a:xfrm>
              <a:off x="8002" y="5023"/>
              <a:ext cx="3712" cy="4787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8"/>
            <a:srcRect r="56904"/>
            <a:stretch>
              <a:fillRect/>
            </a:stretch>
          </p:blipFill>
          <p:spPr>
            <a:xfrm>
              <a:off x="3922" y="5023"/>
              <a:ext cx="4719" cy="4787"/>
            </a:xfrm>
            <a:prstGeom prst="rect">
              <a:avLst/>
            </a:prstGeom>
          </p:spPr>
        </p:pic>
      </p:grpSp>
      <p:pic>
        <p:nvPicPr>
          <p:cNvPr id="10" name="图片 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b="32568"/>
          <a:stretch>
            <a:fillRect/>
          </a:stretch>
        </p:blipFill>
        <p:spPr>
          <a:xfrm>
            <a:off x="2437765" y="3261360"/>
            <a:ext cx="5448935" cy="604520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8097520" y="3247390"/>
            <a:ext cx="3862070" cy="3530600"/>
            <a:chOff x="12752" y="5114"/>
            <a:chExt cx="6082" cy="5560"/>
          </a:xfrm>
        </p:grpSpPr>
        <p:pic>
          <p:nvPicPr>
            <p:cNvPr id="18" name="图片 17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/>
            <a:srcRect r="82266" b="-7612"/>
            <a:stretch>
              <a:fillRect/>
            </a:stretch>
          </p:blipFill>
          <p:spPr>
            <a:xfrm>
              <a:off x="12752" y="5114"/>
              <a:ext cx="454" cy="721"/>
            </a:xfrm>
            <a:prstGeom prst="rect">
              <a:avLst/>
            </a:prstGeom>
          </p:spPr>
        </p:pic>
        <p:pic>
          <p:nvPicPr>
            <p:cNvPr id="100" name="图片 99"/>
            <p:cNvPicPr/>
            <p:nvPr/>
          </p:nvPicPr>
          <p:blipFill>
            <a:blip r:embed="rId14"/>
            <a:srcRect l="32156" r="10688"/>
            <a:stretch>
              <a:fillRect/>
            </a:stretch>
          </p:blipFill>
          <p:spPr>
            <a:xfrm>
              <a:off x="12752" y="5858"/>
              <a:ext cx="6083" cy="481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7" name="图片 26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13168" y="5286"/>
              <a:ext cx="1385" cy="43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矩形 24"/>
          <p:cNvSpPr/>
          <p:nvPr/>
        </p:nvSpPr>
        <p:spPr>
          <a:xfrm>
            <a:off x="8169275" y="232410"/>
            <a:ext cx="3768090" cy="213106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7150" y="170815"/>
            <a:ext cx="2235200" cy="668718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429510" y="147955"/>
            <a:ext cx="9661525" cy="2596515"/>
          </a:xfrm>
          <a:prstGeom prst="rect">
            <a:avLst/>
          </a:prstGeom>
        </p:spPr>
      </p:pic>
      <p:sp>
        <p:nvSpPr>
          <p:cNvPr id="43" name="矩形 42"/>
          <p:cNvSpPr/>
          <p:nvPr/>
        </p:nvSpPr>
        <p:spPr>
          <a:xfrm>
            <a:off x="2336165" y="5020310"/>
            <a:ext cx="230505" cy="219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2415540" y="2815590"/>
            <a:ext cx="9588500" cy="613410"/>
            <a:chOff x="3804" y="4434"/>
            <a:chExt cx="15669" cy="966"/>
          </a:xfrm>
        </p:grpSpPr>
        <p:pic>
          <p:nvPicPr>
            <p:cNvPr id="3" name="图片 2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rcRect l="66133"/>
            <a:stretch>
              <a:fillRect/>
            </a:stretch>
          </p:blipFill>
          <p:spPr>
            <a:xfrm>
              <a:off x="13194" y="4434"/>
              <a:ext cx="6279" cy="850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6"/>
            <a:srcRect r="41424" b="-13647"/>
            <a:stretch>
              <a:fillRect/>
            </a:stretch>
          </p:blipFill>
          <p:spPr>
            <a:xfrm>
              <a:off x="3804" y="4434"/>
              <a:ext cx="10860" cy="966"/>
            </a:xfrm>
            <a:prstGeom prst="rect">
              <a:avLst/>
            </a:prstGeom>
          </p:spPr>
        </p:pic>
      </p:grpSp>
      <p:pic>
        <p:nvPicPr>
          <p:cNvPr id="12" name="图片 1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t="10762" b="16676"/>
          <a:stretch>
            <a:fillRect/>
          </a:stretch>
        </p:blipFill>
        <p:spPr>
          <a:xfrm>
            <a:off x="2437130" y="3357245"/>
            <a:ext cx="9567545" cy="102298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10"/>
          <a:srcRect l="980"/>
          <a:stretch>
            <a:fillRect/>
          </a:stretch>
        </p:blipFill>
        <p:spPr>
          <a:xfrm>
            <a:off x="2524760" y="4380230"/>
            <a:ext cx="9479280" cy="23450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524760" y="4448810"/>
            <a:ext cx="9479915" cy="22244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2524760" y="4448175"/>
            <a:ext cx="9521825" cy="222504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2524760" y="4505960"/>
            <a:ext cx="9508490" cy="227711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2524760" y="4382135"/>
            <a:ext cx="9500870" cy="22777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bldLvl="0" animBg="1"/>
      <p:bldP spid="43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矩形 24"/>
          <p:cNvSpPr/>
          <p:nvPr/>
        </p:nvSpPr>
        <p:spPr>
          <a:xfrm>
            <a:off x="8169275" y="232410"/>
            <a:ext cx="3768090" cy="213106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7150" y="170815"/>
            <a:ext cx="2235200" cy="668718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429510" y="147955"/>
            <a:ext cx="9661525" cy="2596515"/>
          </a:xfrm>
          <a:prstGeom prst="rect">
            <a:avLst/>
          </a:prstGeom>
        </p:spPr>
      </p:pic>
      <p:sp>
        <p:nvSpPr>
          <p:cNvPr id="43" name="矩形 42"/>
          <p:cNvSpPr/>
          <p:nvPr/>
        </p:nvSpPr>
        <p:spPr>
          <a:xfrm>
            <a:off x="7164070" y="5020310"/>
            <a:ext cx="230505" cy="219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l="53243" t="1868"/>
          <a:stretch>
            <a:fillRect/>
          </a:stretch>
        </p:blipFill>
        <p:spPr>
          <a:xfrm>
            <a:off x="6751320" y="2744470"/>
            <a:ext cx="5339080" cy="5670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rcRect r="53660" b="21099"/>
          <a:stretch>
            <a:fillRect/>
          </a:stretch>
        </p:blipFill>
        <p:spPr>
          <a:xfrm>
            <a:off x="2429510" y="2744470"/>
            <a:ext cx="5434965" cy="4559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r="37271"/>
          <a:stretch>
            <a:fillRect/>
          </a:stretch>
        </p:blipFill>
        <p:spPr>
          <a:xfrm>
            <a:off x="2429510" y="3311525"/>
            <a:ext cx="4562475" cy="22034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r="50000"/>
          <a:stretch>
            <a:fillRect/>
          </a:stretch>
        </p:blipFill>
        <p:spPr>
          <a:xfrm>
            <a:off x="6931025" y="3159760"/>
            <a:ext cx="4838065" cy="188531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1"/>
          <a:srcRect l="48651" r="3520" b="30534"/>
          <a:stretch>
            <a:fillRect/>
          </a:stretch>
        </p:blipFill>
        <p:spPr>
          <a:xfrm>
            <a:off x="2377440" y="5330825"/>
            <a:ext cx="4373880" cy="1469390"/>
          </a:xfrm>
          <a:prstGeom prst="rect">
            <a:avLst/>
          </a:prstGeom>
        </p:spPr>
      </p:pic>
      <p:pic>
        <p:nvPicPr>
          <p:cNvPr id="16" name="图片 8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rcRect t="18741"/>
          <a:stretch>
            <a:fillRect/>
          </a:stretch>
        </p:blipFill>
        <p:spPr>
          <a:xfrm>
            <a:off x="7938135" y="5240020"/>
            <a:ext cx="3416300" cy="1593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图片 1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6991985" y="5240020"/>
            <a:ext cx="894080" cy="2781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/>
        </p:nvSpPr>
        <p:spPr>
          <a:xfrm>
            <a:off x="8938260" y="1945005"/>
            <a:ext cx="3218815" cy="4658995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7164070" y="5020310"/>
            <a:ext cx="230505" cy="219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5885" y="220980"/>
            <a:ext cx="2325370" cy="65024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b="73156"/>
          <a:stretch>
            <a:fillRect/>
          </a:stretch>
        </p:blipFill>
        <p:spPr>
          <a:xfrm>
            <a:off x="2499995" y="337820"/>
            <a:ext cx="9543415" cy="1542415"/>
          </a:xfrm>
          <a:prstGeom prst="rect">
            <a:avLst/>
          </a:prstGeom>
        </p:spPr>
      </p:pic>
      <p:pic>
        <p:nvPicPr>
          <p:cNvPr id="9" name="图片 1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499995" y="1928495"/>
            <a:ext cx="6327140" cy="46602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组合 15"/>
          <p:cNvGrpSpPr/>
          <p:nvPr/>
        </p:nvGrpSpPr>
        <p:grpSpPr>
          <a:xfrm>
            <a:off x="8964295" y="2164715"/>
            <a:ext cx="3078480" cy="4413885"/>
            <a:chOff x="13901" y="3374"/>
            <a:chExt cx="4848" cy="6951"/>
          </a:xfrm>
        </p:grpSpPr>
        <p:grpSp>
          <p:nvGrpSpPr>
            <p:cNvPr id="11" name="组合 10"/>
            <p:cNvGrpSpPr/>
            <p:nvPr/>
          </p:nvGrpSpPr>
          <p:grpSpPr>
            <a:xfrm>
              <a:off x="13901" y="3374"/>
              <a:ext cx="4835" cy="5123"/>
              <a:chOff x="11991" y="4233"/>
              <a:chExt cx="4835" cy="5123"/>
            </a:xfrm>
          </p:grpSpPr>
          <p:pic>
            <p:nvPicPr>
              <p:cNvPr id="10" name="图片 9"/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4"/>
              <a:srcRect l="78728" t="27999"/>
              <a:stretch>
                <a:fillRect/>
              </a:stretch>
            </p:blipFill>
            <p:spPr>
              <a:xfrm>
                <a:off x="13679" y="4233"/>
                <a:ext cx="3147" cy="5123"/>
              </a:xfrm>
              <a:prstGeom prst="rect">
                <a:avLst/>
              </a:prstGeom>
            </p:spPr>
          </p:pic>
          <p:pic>
            <p:nvPicPr>
              <p:cNvPr id="8" name="图片 7"/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4"/>
              <a:srcRect t="27999" r="75902"/>
              <a:stretch>
                <a:fillRect/>
              </a:stretch>
            </p:blipFill>
            <p:spPr>
              <a:xfrm>
                <a:off x="11991" y="4233"/>
                <a:ext cx="3565" cy="5123"/>
              </a:xfrm>
              <a:prstGeom prst="rect">
                <a:avLst/>
              </a:prstGeom>
            </p:spPr>
          </p:pic>
        </p:grpSp>
        <p:pic>
          <p:nvPicPr>
            <p:cNvPr id="13" name="图片 12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4"/>
            <a:srcRect l="78728" t="74294"/>
            <a:stretch>
              <a:fillRect/>
            </a:stretch>
          </p:blipFill>
          <p:spPr>
            <a:xfrm>
              <a:off x="15603" y="8497"/>
              <a:ext cx="3147" cy="182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4"/>
            <a:srcRect t="74294" r="75902"/>
            <a:stretch>
              <a:fillRect/>
            </a:stretch>
          </p:blipFill>
          <p:spPr>
            <a:xfrm>
              <a:off x="13904" y="8497"/>
              <a:ext cx="3565" cy="182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commondata" val="eyJoZGlkIjoiZjE0ODM3ZDU0ZjZkOTM1NzYzZTAxMjc0YzI2NmFiYW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</Words>
  <Application>WPS 演示</Application>
  <PresentationFormat>宽屏</PresentationFormat>
  <Paragraphs>20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微软雅黑</vt:lpstr>
      <vt:lpstr>Times New Roman</vt:lpstr>
      <vt:lpstr>Calibri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柠檬吖</dc:creator>
  <cp:lastModifiedBy>知~否い</cp:lastModifiedBy>
  <cp:revision>7</cp:revision>
  <dcterms:created xsi:type="dcterms:W3CDTF">2023-08-09T12:44:00Z</dcterms:created>
  <dcterms:modified xsi:type="dcterms:W3CDTF">2025-09-07T14:37:03Z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2052-12.1.0.16120</vt:lpwstr>
  </property>
</Properties>
</file>